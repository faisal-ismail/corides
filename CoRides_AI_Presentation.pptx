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0" r:id="rId5"/>
    <p:sldId id="258" r:id="rId6"/>
    <p:sldId id="259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74650"/>
            <a:ext cx="7772400" cy="1470025"/>
          </a:xfrm>
        </p:spPr>
        <p:txBody>
          <a:bodyPr/>
          <a:lstStyle/>
          <a:p>
            <a:r>
              <a:t>CoRides.ai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1640" y="4404995"/>
            <a:ext cx="8396605" cy="1983105"/>
          </a:xfrm>
        </p:spPr>
        <p:txBody>
          <a:bodyPr/>
          <a:lstStyle/>
          <a:p>
            <a:endParaRPr lang="en-US" altLang="en-US"/>
          </a:p>
          <a:p>
            <a:r>
              <a:rPr lang="en-US" altLang="en-US"/>
              <a:t>AI-Powered Community Ride Orchestration</a:t>
            </a:r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4645" y="1473200"/>
            <a:ext cx="3192145" cy="31921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Global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020" y="2331720"/>
            <a:ext cx="8399780" cy="2904490"/>
          </a:xfrm>
        </p:spPr>
        <p:txBody>
          <a:bodyPr>
            <a:normAutofit fontScale="25000"/>
          </a:bodyPr>
          <a:lstStyle/>
          <a:p>
            <a:pPr marL="0" indent="0" algn="ctr">
              <a:buNone/>
            </a:pPr>
            <a:endParaRPr sz="2000">
              <a:sym typeface="+mn-ea"/>
            </a:endParaRPr>
          </a:p>
          <a:p>
            <a:pPr marL="0" indent="0" algn="ctr">
              <a:buNone/>
            </a:pPr>
            <a:endParaRPr sz="6665">
              <a:sym typeface="+mn-ea"/>
            </a:endParaRPr>
          </a:p>
          <a:p>
            <a:r>
              <a:rPr lang="en-US" altLang="en-US" sz="6665"/>
              <a:t>Urban Mobility Is Inefficient</a:t>
            </a:r>
            <a:endParaRPr lang="en-US" altLang="en-US" sz="6665"/>
          </a:p>
          <a:p>
            <a:endParaRPr lang="en-US" altLang="en-US" sz="6665"/>
          </a:p>
          <a:p>
            <a:r>
              <a:rPr lang="zh-CN" altLang="en-US" sz="6665"/>
              <a:t>🚗</a:t>
            </a:r>
            <a:r>
              <a:rPr lang="en-US" altLang="en-US" sz="6665"/>
              <a:t> 75% of car seats are empty on daily commutes</a:t>
            </a:r>
            <a:endParaRPr lang="en-US" altLang="en-US" sz="6665"/>
          </a:p>
          <a:p>
            <a:endParaRPr lang="en-US" altLang="en-US" sz="6665"/>
          </a:p>
          <a:p>
            <a:r>
              <a:rPr lang="zh-CN" altLang="en-US" sz="6665"/>
              <a:t>💸</a:t>
            </a:r>
            <a:r>
              <a:rPr lang="en-US" altLang="en-US" sz="6665"/>
              <a:t> Rising fuel &amp; maintenance costs hurt individuals</a:t>
            </a:r>
            <a:endParaRPr lang="en-US" altLang="en-US" sz="6665"/>
          </a:p>
          <a:p>
            <a:endParaRPr lang="en-US" altLang="en-US" sz="6665"/>
          </a:p>
          <a:p>
            <a:r>
              <a:rPr lang="en-US" altLang="en-US" sz="6665"/>
              <a:t>⏳ Traffic congestion wastes billions of hours</a:t>
            </a:r>
            <a:endParaRPr lang="en-US" altLang="en-US" sz="6665"/>
          </a:p>
          <a:p>
            <a:endParaRPr lang="en-US" altLang="en-US" sz="6665"/>
          </a:p>
          <a:p>
            <a:r>
              <a:rPr lang="zh-CN" altLang="en-US" sz="6665"/>
              <a:t>🌍</a:t>
            </a:r>
            <a:r>
              <a:rPr lang="en-US" altLang="en-US" sz="6665"/>
              <a:t> Transport is a major CO₂ contributor</a:t>
            </a:r>
            <a:endParaRPr lang="en-US" altLang="en-US" sz="6665"/>
          </a:p>
          <a:p>
            <a:endParaRPr lang="en-US" altLang="en-US" sz="6665"/>
          </a:p>
          <a:p>
            <a:r>
              <a:rPr lang="en-US" altLang="en-US" sz="6665"/>
              <a:t>Existing ride-hailing apps increase cars — not efficiency</a:t>
            </a:r>
            <a:endParaRPr lang="en-US" altLang="en-US" sz="666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0410" y="4601845"/>
            <a:ext cx="6131560" cy="1730375"/>
          </a:xfrm>
        </p:spPr>
        <p:txBody>
          <a:bodyPr>
            <a:normAutofit fontScale="90000" lnSpcReduction="10000"/>
          </a:bodyPr>
          <a:lstStyle/>
          <a:p>
            <a:endParaRPr sz="2800"/>
          </a:p>
          <a:p>
            <a:r>
              <a:rPr sz="2800"/>
              <a:t>♻ Planet: Major CO2 reduction.</a:t>
            </a:r>
            <a:endParaRPr sz="2800"/>
          </a:p>
          <a:p>
            <a:r>
              <a:rPr sz="2800"/>
              <a:t>🚦 Cities: Reduced congestion.</a:t>
            </a:r>
            <a:endParaRPr sz="2800"/>
          </a:p>
          <a:p>
            <a:r>
              <a:rPr sz="2800"/>
              <a:t>🤝 society: Building local trust.</a:t>
            </a:r>
            <a:endParaRPr sz="2800"/>
          </a:p>
        </p:txBody>
      </p:sp>
      <p:pic>
        <p:nvPicPr>
          <p:cNvPr id="4" name="Picture 3" descr="presentation_community_sharing_17706781346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1820" y="1417955"/>
            <a:ext cx="3183890" cy="31838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Powered by Gemini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830" y="4834890"/>
            <a:ext cx="8229600" cy="4525963"/>
          </a:xfrm>
        </p:spPr>
        <p:txBody>
          <a:bodyPr/>
          <a:lstStyle/>
          <a:p>
            <a:r>
              <a:rPr sz="2400"/>
              <a:t>Conversational Orchestration</a:t>
            </a:r>
            <a:endParaRPr sz="2400"/>
          </a:p>
          <a:p>
            <a:r>
              <a:rPr sz="2400"/>
              <a:t>No More Forms: Simply talk or type to book.</a:t>
            </a:r>
            <a:endParaRPr sz="2400"/>
          </a:p>
          <a:p>
            <a:r>
              <a:rPr sz="2400"/>
              <a:t>AI Negotiation: Handles logistics and verification.</a:t>
            </a:r>
            <a:endParaRPr sz="2400"/>
          </a:p>
        </p:txBody>
      </p:sp>
      <p:pic>
        <p:nvPicPr>
          <p:cNvPr id="4" name="Picture 3" descr="presentation_ai_assistant_177067812115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8810" y="1417955"/>
            <a:ext cx="3038475" cy="3038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Prospectives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86860"/>
            <a:ext cx="8229600" cy="2039620"/>
          </a:xfrm>
        </p:spPr>
        <p:txBody>
          <a:bodyPr/>
          <a:lstStyle/>
          <a:p>
            <a:r>
              <a:rPr lang="en-US" sz="2400"/>
              <a:t>Ai- Based Auto communication and negociation </a:t>
            </a:r>
            <a:r>
              <a:rPr sz="2400"/>
              <a:t>Safe </a:t>
            </a:r>
            <a:endParaRPr sz="2400"/>
          </a:p>
          <a:p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Passenger &amp; Driver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86860"/>
            <a:ext cx="8229600" cy="2039620"/>
          </a:xfrm>
        </p:spPr>
        <p:txBody>
          <a:bodyPr/>
          <a:lstStyle/>
          <a:p>
            <a:r>
              <a:rPr sz="2400"/>
              <a:t>Total Control in One Click</a:t>
            </a:r>
            <a:endParaRPr sz="2400"/>
          </a:p>
          <a:p>
            <a:r>
              <a:rPr sz="2400"/>
              <a:t>Passenger: Safe rides from trusted community members.</a:t>
            </a:r>
            <a:endParaRPr sz="2400"/>
          </a:p>
          <a:p>
            <a:r>
              <a:rPr sz="2400"/>
              <a:t>Driver: Profit from your daily commute.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</Words>
  <Application>WPS Presentation</Application>
  <PresentationFormat>On-screen Show (4:3)</PresentationFormat>
  <Paragraphs>42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宋体-简</vt:lpstr>
      <vt:lpstr>Apple Color Emoji</vt:lpstr>
      <vt:lpstr>SimSun</vt:lpstr>
      <vt:lpstr>Office Theme</vt:lpstr>
      <vt:lpstr>CoRides.ai</vt:lpstr>
      <vt:lpstr>The Global Challenge</vt:lpstr>
      <vt:lpstr>Strategic Impact</vt:lpstr>
      <vt:lpstr>Powered by Gemini 3</vt:lpstr>
      <vt:lpstr>Passenger &amp; Driver Modes</vt:lpstr>
      <vt:lpstr>Passenger &amp; Driver Modes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Faisal Ismail</cp:lastModifiedBy>
  <cp:revision>4</cp:revision>
  <dcterms:created xsi:type="dcterms:W3CDTF">2026-02-10T05:36:37Z</dcterms:created>
  <dcterms:modified xsi:type="dcterms:W3CDTF">2026-02-10T05:36:37Z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A35EBC28BB5EAC64C0688A6979B5C4DA_42</vt:lpwstr>
  </property>
  <property fmtid="{D5CDD505-2E9C-101B-9397-08002B2CF9AE}" pid="3" name="KSOProductBuildVer">
    <vt:lpwstr>1033-12.1.23153.23153</vt:lpwstr>
  </property>
</Properties>
</file>